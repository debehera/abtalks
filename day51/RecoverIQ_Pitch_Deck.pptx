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548640" cy="548640"/>
          </a:xfrm>
          <a:prstGeom prst="ellipse">
            <a:avLst/>
          </a:prstGeom>
          <a:solidFill>
            <a:srgbClr val="2C3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⛨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RecoverIQ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Tabletop Drills for Business Continuity &amp; Disaster Recovery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static recovery plans into tested, audit-ready readiness — in seconds, not weeks.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6035040"/>
            <a:ext cx="3657600" cy="0"/>
          </a:xfrm>
          <a:prstGeom prst="line">
            <a:avLst/>
          </a:prstGeom>
          <a:noFill/>
          <a:ln w="12700">
            <a:solidFill>
              <a:srgbClr val="3A4A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|  10-Day Capstone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plans exist on paper. Readiness usually doesn't.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go stale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steps live in scattered Word docs and wikis that no one updates after the initial audit.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864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5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4678680" y="22860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786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🕒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632960" y="3108960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Drills rarely happen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32960" y="370332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realistic disaster scenario takes real expertise — so tabletop exercises get skipped or rushed.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6864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5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488680" y="22860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886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442960" y="3108960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for auditors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42960" y="370332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&amp; SOC 2 require evidence that plans are tested — most teams have none to show.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RecoverIQ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personas, one shared need: proof that the plan actually works.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4231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383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Ops Teams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794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companies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25196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 know the team can actually execute the plan under pressure — not just that the document exists.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2C3A82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24231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383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Risk Managers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794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governance owners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425196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evidence — who was tested, when, and how the response measured up — for ISO 27001 / SOC 2 reviews.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RecoverIQ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RecoverIQ turns a documented runbook into a ready-to-run AI drill — instantly.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377440"/>
            <a:ext cx="594360" cy="5943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5760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builds a runbook: recovery steps + RTO/RPO targets for a critical system.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2377440"/>
            <a:ext cx="594360" cy="5943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1188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65760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sends the runbook to AI, which writes a structured disaster scenario.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2377440"/>
            <a:ext cx="594360" cy="5943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65760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works through the scenario step-by-step, submitting real decisions.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2103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/>
        </p:spPr>
      </p:sp>
      <p:sp>
        <p:nvSpPr>
          <p:cNvPr id="23" name="Shape 21"/>
          <p:cNvSpPr/>
          <p:nvPr/>
        </p:nvSpPr>
        <p:spPr>
          <a:xfrm>
            <a:off x="9281160" y="2377440"/>
            <a:ext cx="594360" cy="5943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8116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365760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 the full record — ready for audits and future planning.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RecoverIQ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(v1.0)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5F7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72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and Team Member roles keep drill creation and execution cleanly separated.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5F7FC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1600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572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Management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2402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recovery steps plus RTO/RPO targets per critical system.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5F7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458200" y="1600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582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1572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Scenario Generation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2402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One-click, OpenAI-powered creation of a realistic tabletop disaster scenario.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5F7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7947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767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Drill Execution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4348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are walked step-by-step through the scenario, submitting real responses.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356616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5F7FC"/>
          </a:solidFill>
          <a:ln/>
        </p:spPr>
      </p:sp>
      <p:sp>
        <p:nvSpPr>
          <p:cNvPr id="24" name="Shape 22"/>
          <p:cNvSpPr/>
          <p:nvPr/>
        </p:nvSpPr>
        <p:spPr>
          <a:xfrm>
            <a:off x="4617720" y="37947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1772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3767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Review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617720" y="44348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review full scenario + response records — ready evidence for audits.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356616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5F7FC"/>
          </a:solidFill>
          <a:ln/>
        </p:spPr>
      </p:sp>
      <p:sp>
        <p:nvSpPr>
          <p:cNvPr id="29" name="Shape 27"/>
          <p:cNvSpPr/>
          <p:nvPr/>
        </p:nvSpPr>
        <p:spPr>
          <a:xfrm>
            <a:off x="8458200" y="37947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582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098280" y="3767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History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458200" y="44348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log of past drills: who, when, which runbook, what outcome.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RecoverIQ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pragmatic full-stack build, scoped for a 10-day solo timeline.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6128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783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612880" cy="65836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24028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22402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Core Web API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24028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to the developer; clean, testable structure for auth and CRUD.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89864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28986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EF Core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8986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Zero-config, file-based — no external DB server needed for a v1.0 demo.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11612880" cy="65836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55701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355701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(or HTML/JS)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557016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UI layer talking to the API via JWT-authenticated requests.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21538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194560" y="421538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215384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upfront call per drill — generates a structured JSON scenario, no live/reactive calls.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873752"/>
            <a:ext cx="11612880" cy="658368"/>
          </a:xfrm>
          <a:prstGeom prst="rect">
            <a:avLst/>
          </a:prstGeom>
          <a:solidFill>
            <a:srgbClr val="F5F7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487375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194560" y="487375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+ 2 seeded roles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487375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Team Member — no self-registration, keeping scope tight.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553212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194560" y="55321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deployment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53212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reachable v1.0 URL, deployed without paid services.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RecoverIQ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Deliberately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v1.0 quality by deferring these to the roadmap.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6309360" y="210312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to Roadmap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Live/reactive AI during drills (v1.0 generates upfront only)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Real-time multi-user drill sync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348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Checklist-style (non-AI) drills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31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Deferred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880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Contacts &amp; system dependency mapping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657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Drill scheduling &amp; notifications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4348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Self-registration &amp; granular permissions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RecoverIQ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RecoverIQ goes after v1.0.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2C3A8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3774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&amp; Dependencies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9476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responsible owners and system dependencies for richer, more realistic scenarios.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2C3A82"/>
          </a:solidFill>
          <a:ln/>
        </p:spPr>
      </p:sp>
      <p:sp>
        <p:nvSpPr>
          <p:cNvPr id="10" name="Shape 8"/>
          <p:cNvSpPr/>
          <p:nvPr/>
        </p:nvSpPr>
        <p:spPr>
          <a:xfrm>
            <a:off x="3611880" y="23774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1546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AI-Reactive Drills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79476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adapts the scenario in real time based on the team's actual decisions.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2C3A82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6520" y="23774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1546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Notifications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79476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drill calendars with automated reminders for compliance cycles.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2103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2C3A82"/>
          </a:solidFill>
          <a:ln/>
        </p:spPr>
      </p:sp>
      <p:sp>
        <p:nvSpPr>
          <p:cNvPr id="20" name="Shape 18"/>
          <p:cNvSpPr/>
          <p:nvPr/>
        </p:nvSpPr>
        <p:spPr>
          <a:xfrm>
            <a:off x="9281160" y="23774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116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31546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Export Reports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379476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7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PDF exports of drill history, formatted for ISO 27001 / SOC 2 review.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RecoverIQ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640080" cy="640080"/>
          </a:xfrm>
          <a:prstGeom prst="ellipse">
            <a:avLst/>
          </a:prstGeom>
          <a:solidFill>
            <a:srgbClr val="2C3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Vision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6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company — not just enterprises with dedicated DR teams — should be able to test whether their recovery plan actually works, without weeks of preparation. RecoverIQ makes readiness testing as easy as writing down a plan, using AI to close the gap between documentation and real-world resilience.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4663440"/>
            <a:ext cx="3657600" cy="0"/>
          </a:xfrm>
          <a:prstGeom prst="line">
            <a:avLst/>
          </a:prstGeom>
          <a:noFill/>
          <a:ln w="12700">
            <a:solidFill>
              <a:srgbClr val="3A4A9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846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documented plan to tested readiness — in one click.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RecoverIQ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2026-09-05T11:40:39Z</dcterms:created>
  <dcterms:modified xsi:type="dcterms:W3CDTF">2026-09-05T11:40:39Z</dcterms:modified>
</cp:coreProperties>
</file>